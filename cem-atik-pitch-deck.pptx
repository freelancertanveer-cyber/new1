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0" b="1">
                <a:solidFill>
                  <a:srgbClr val="FFFFFF"/>
                </a:solidFill>
                <a:latin typeface="Courier New"/>
              </a:defRPr>
            </a:pPr>
            <a:r>
              <a:t>COLD EMAIL</a:t>
            </a:r>
            <a:br/>
            <a:r>
              <a:t>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  <a:latin typeface="Courier New"/>
              </a:defRPr>
            </a:pPr>
            <a:r>
              <a:t>REVENUE SHARE PARTNERSHIP</a:t>
            </a:r>
            <a:br/>
            <a:r>
              <a:t>HARUCON VENTURES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Courier New"/>
              </a:defRPr>
            </a:pPr>
            <a:r>
              <a:t>€25,000</a:t>
            </a:r>
            <a:br/>
            <a:r>
              <a:t>€0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solidFill>
            <a:srgbClr val="000000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Courier New"/>
              </a:defRPr>
            </a:pPr>
            <a:r>
              <a:t>Agencies delivered 500–2,000 emails per day. Insufficient volume for market saturation. Previous solutions failed.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ourier New"/>
              </a:defRPr>
            </a:pPr>
            <a:r>
              <a:t>10,000 EMAILS</a:t>
            </a:r>
            <a:br/>
            <a:r>
              <a:t>PER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3886200" cy="32004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INFRASTRUCTURE</a:t>
            </a:r>
            <a:br/>
            <a:r>
              <a:t>400 Google Workspace inboxes</a:t>
            </a:r>
            <a:br/>
            <a:r>
              <a:t>Pre-warmed, production ready</a:t>
            </a:r>
            <a:br/>
            <a:r>
              <a:t>25 emails per inbox daily</a:t>
            </a:r>
            <a:br/>
            <a:r>
              <a:t>No domain purchases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2560320"/>
            <a:ext cx="3886200" cy="32004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DATA &amp; TARGETING</a:t>
            </a:r>
            <a:br/>
            <a:r>
              <a:t>Fresh, untapped audiences</a:t>
            </a:r>
            <a:br/>
            <a:r>
              <a:t>AI-scored for timing</a:t>
            </a:r>
            <a:br/>
            <a:r>
              <a:t>No Apollo/BuiltWith</a:t>
            </a:r>
            <a:br/>
            <a:r>
              <a:t>Proprietary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Courier New"/>
              </a:defRPr>
            </a:pPr>
            <a:r>
              <a:t>€1,350/MONTH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743200" cy="18288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SmartLead</a:t>
            </a:r>
            <a:br/>
            <a:r>
              <a:t>€379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645920"/>
            <a:ext cx="2743200" cy="18288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Mailboxes</a:t>
            </a:r>
            <a:br/>
            <a:r>
              <a:t>€720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2743200" cy="18288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Data</a:t>
            </a:r>
            <a:br/>
            <a:r>
              <a:t>€251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400 Mailing Inboxes  •  10,000 Daily Capacity  •  Official Google Workspace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ourier New"/>
              </a:defRPr>
            </a:pPr>
            <a:r>
              <a:t>REVENUE</a:t>
            </a:r>
            <a:br/>
            <a:r>
              <a:t>SHARE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solidFill>
            <a:srgbClr val="000000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ourier New"/>
              </a:defRPr>
            </a:pPr>
            <a:r>
              <a:t>5% GMV  •  LIFETIME PARTNERSHIP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3886200" cy="22860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HOW IT WORKS</a:t>
            </a:r>
            <a:br/>
            <a:r>
              <a:t>CrackClay runs campaigns</a:t>
            </a:r>
            <a:br/>
            <a:r>
              <a:t>Prospects convert</a:t>
            </a:r>
            <a:br/>
            <a:r>
              <a:t>Harucon closes deals</a:t>
            </a:r>
            <a:br/>
            <a:r>
              <a:t>CrackClay earns 5% GMV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4114800"/>
            <a:ext cx="3886200" cy="228600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WHY IT WORKS</a:t>
            </a:r>
            <a:br/>
            <a:r>
              <a:t>Money flows on results</a:t>
            </a:r>
            <a:br/>
            <a:r>
              <a:t>Aligned incentives</a:t>
            </a:r>
            <a:br/>
            <a:r>
              <a:t>Zero upfront risk</a:t>
            </a:r>
            <a:br/>
            <a:r>
              <a:t>Transparent CRM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ourier New"/>
              </a:defRPr>
            </a:pPr>
            <a:r>
              <a:t>FAST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886200" cy="256032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WEEK 1–2</a:t>
            </a:r>
            <a:br/>
            <a:r>
              <a:t>ENGAGEMENT SIGNALS</a:t>
            </a:r>
            <a:br/>
            <a:br/>
            <a:r>
              <a:t>Initial outreach lands. Response rates establish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645920"/>
            <a:ext cx="3886200" cy="256032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Courier New"/>
              </a:defRPr>
            </a:pPr>
            <a:r>
              <a:t>MONTH 2 WEEK 1–2</a:t>
            </a:r>
            <a:br/>
            <a:r>
              <a:t>FULL-CYCLE RESULTS</a:t>
            </a:r>
            <a:br/>
            <a:br/>
            <a:r>
              <a:t>Deals closing. Revenue generated. ROI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solidFill>
            <a:srgbClr val="000000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Courier New"/>
              </a:defRPr>
            </a:pPr>
            <a:r>
              <a:t>EXPECTATION: Results within 14 days. Full partnership ROI by end of month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ourier New"/>
              </a:defRPr>
            </a:pPr>
            <a:r>
              <a:t>LET'S BUILD</a:t>
            </a:r>
            <a:br/>
            <a:r>
              <a:t>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926080"/>
            <a:ext cx="45720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0000"/>
                </a:solidFill>
                <a:latin typeface="Courier New"/>
              </a:defRPr>
            </a:pPr>
            <a:r>
              <a:t>SIGN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  <a:latin typeface="Courier New"/>
              </a:defRPr>
            </a:pPr>
            <a:r>
              <a:t>1. FINALIZE DEAL  •  2. SPIN UP  •  3.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